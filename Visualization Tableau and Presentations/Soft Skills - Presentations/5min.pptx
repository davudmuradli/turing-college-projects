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" charset="1" panose="020B0502020202020204"/>
      <p:regular r:id="rId14"/>
    </p:embeddedFont>
    <p:embeddedFont>
      <p:font typeface="Arial Bold" charset="1" panose="020B0802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8511" y="5143500"/>
            <a:ext cx="5250977" cy="5250977"/>
          </a:xfrm>
          <a:custGeom>
            <a:avLst/>
            <a:gdLst/>
            <a:ahLst/>
            <a:cxnLst/>
            <a:rect r="r" b="b" t="t" l="l"/>
            <a:pathLst>
              <a:path h="5250977" w="5250977">
                <a:moveTo>
                  <a:pt x="0" y="0"/>
                </a:moveTo>
                <a:lnTo>
                  <a:pt x="5250978" y="0"/>
                </a:lnTo>
                <a:lnTo>
                  <a:pt x="5250978" y="5250977"/>
                </a:lnTo>
                <a:lnTo>
                  <a:pt x="0" y="5250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4753" y="4594213"/>
            <a:ext cx="10218494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How to improve our sales?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26882"/>
            <a:ext cx="13714265" cy="7131418"/>
          </a:xfrm>
          <a:custGeom>
            <a:avLst/>
            <a:gdLst/>
            <a:ahLst/>
            <a:cxnLst/>
            <a:rect r="r" b="b" t="t" l="l"/>
            <a:pathLst>
              <a:path h="7131418" w="13714265">
                <a:moveTo>
                  <a:pt x="0" y="0"/>
                </a:moveTo>
                <a:lnTo>
                  <a:pt x="13714265" y="0"/>
                </a:lnTo>
                <a:lnTo>
                  <a:pt x="13714265" y="7131418"/>
                </a:lnTo>
                <a:lnTo>
                  <a:pt x="0" y="71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092" y="2129790"/>
            <a:ext cx="7155180" cy="1155382"/>
            <a:chOff x="0" y="0"/>
            <a:chExt cx="9540240" cy="15405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6990" y="45720"/>
              <a:ext cx="9442450" cy="1468120"/>
            </a:xfrm>
            <a:custGeom>
              <a:avLst/>
              <a:gdLst/>
              <a:ahLst/>
              <a:cxnLst/>
              <a:rect r="r" b="b" t="t" l="l"/>
              <a:pathLst>
                <a:path h="1468120" w="9442450">
                  <a:moveTo>
                    <a:pt x="8882380" y="1271270"/>
                  </a:moveTo>
                  <a:cubicBezTo>
                    <a:pt x="8394699" y="1337310"/>
                    <a:pt x="8145780" y="1419860"/>
                    <a:pt x="7915910" y="1442720"/>
                  </a:cubicBezTo>
                  <a:cubicBezTo>
                    <a:pt x="7664449" y="1468120"/>
                    <a:pt x="7387590" y="1457960"/>
                    <a:pt x="7124699" y="1442720"/>
                  </a:cubicBezTo>
                  <a:cubicBezTo>
                    <a:pt x="6859270" y="1426210"/>
                    <a:pt x="6582410" y="1372870"/>
                    <a:pt x="6329680" y="1347470"/>
                  </a:cubicBezTo>
                  <a:cubicBezTo>
                    <a:pt x="6101080" y="1325880"/>
                    <a:pt x="5892800" y="1309370"/>
                    <a:pt x="5673090" y="1296670"/>
                  </a:cubicBezTo>
                  <a:cubicBezTo>
                    <a:pt x="5452110" y="1285240"/>
                    <a:pt x="5228590" y="1271270"/>
                    <a:pt x="5008880" y="1275080"/>
                  </a:cubicBezTo>
                  <a:cubicBezTo>
                    <a:pt x="4792980" y="1278890"/>
                    <a:pt x="4584700" y="1310640"/>
                    <a:pt x="4367530" y="1318260"/>
                  </a:cubicBezTo>
                  <a:cubicBezTo>
                    <a:pt x="4141470" y="1325880"/>
                    <a:pt x="3903980" y="1322070"/>
                    <a:pt x="3677920" y="1318260"/>
                  </a:cubicBezTo>
                  <a:cubicBezTo>
                    <a:pt x="3462020" y="1314450"/>
                    <a:pt x="3294380" y="1301750"/>
                    <a:pt x="3040380" y="1296670"/>
                  </a:cubicBezTo>
                  <a:cubicBezTo>
                    <a:pt x="2661920" y="1290320"/>
                    <a:pt x="2014220" y="1303020"/>
                    <a:pt x="1631950" y="1296670"/>
                  </a:cubicBezTo>
                  <a:cubicBezTo>
                    <a:pt x="1367790" y="1292860"/>
                    <a:pt x="1146810" y="1272540"/>
                    <a:pt x="963930" y="1275080"/>
                  </a:cubicBezTo>
                  <a:cubicBezTo>
                    <a:pt x="836930" y="1277620"/>
                    <a:pt x="735330" y="1301750"/>
                    <a:pt x="640080" y="1296670"/>
                  </a:cubicBezTo>
                  <a:cubicBezTo>
                    <a:pt x="563880" y="1292860"/>
                    <a:pt x="500380" y="1285240"/>
                    <a:pt x="436880" y="1263650"/>
                  </a:cubicBezTo>
                  <a:cubicBezTo>
                    <a:pt x="372110" y="1243330"/>
                    <a:pt x="308610" y="1209040"/>
                    <a:pt x="255270" y="1168400"/>
                  </a:cubicBezTo>
                  <a:cubicBezTo>
                    <a:pt x="200660" y="1127760"/>
                    <a:pt x="151130" y="1075690"/>
                    <a:pt x="113030" y="1019810"/>
                  </a:cubicBezTo>
                  <a:cubicBezTo>
                    <a:pt x="74930" y="963930"/>
                    <a:pt x="44450" y="899160"/>
                    <a:pt x="26670" y="833120"/>
                  </a:cubicBezTo>
                  <a:cubicBezTo>
                    <a:pt x="7620" y="768350"/>
                    <a:pt x="0" y="697230"/>
                    <a:pt x="3810" y="629920"/>
                  </a:cubicBezTo>
                  <a:cubicBezTo>
                    <a:pt x="6350" y="562610"/>
                    <a:pt x="21590" y="491490"/>
                    <a:pt x="46990" y="429260"/>
                  </a:cubicBezTo>
                  <a:cubicBezTo>
                    <a:pt x="71120" y="365760"/>
                    <a:pt x="107950" y="303530"/>
                    <a:pt x="152400" y="252730"/>
                  </a:cubicBezTo>
                  <a:cubicBezTo>
                    <a:pt x="195580" y="200660"/>
                    <a:pt x="250190" y="153670"/>
                    <a:pt x="308610" y="119380"/>
                  </a:cubicBezTo>
                  <a:cubicBezTo>
                    <a:pt x="365760" y="83820"/>
                    <a:pt x="433070" y="57150"/>
                    <a:pt x="499110" y="41910"/>
                  </a:cubicBezTo>
                  <a:cubicBezTo>
                    <a:pt x="565150" y="27940"/>
                    <a:pt x="636270" y="22860"/>
                    <a:pt x="703580" y="30480"/>
                  </a:cubicBezTo>
                  <a:cubicBezTo>
                    <a:pt x="770890" y="36830"/>
                    <a:pt x="840740" y="55880"/>
                    <a:pt x="901700" y="85090"/>
                  </a:cubicBezTo>
                  <a:cubicBezTo>
                    <a:pt x="963930" y="113030"/>
                    <a:pt x="1023620" y="153670"/>
                    <a:pt x="1073150" y="199390"/>
                  </a:cubicBezTo>
                  <a:cubicBezTo>
                    <a:pt x="1121410" y="245110"/>
                    <a:pt x="1165860" y="303530"/>
                    <a:pt x="1197610" y="361950"/>
                  </a:cubicBezTo>
                  <a:cubicBezTo>
                    <a:pt x="1229360" y="421640"/>
                    <a:pt x="1252220" y="490220"/>
                    <a:pt x="1263650" y="557530"/>
                  </a:cubicBezTo>
                  <a:cubicBezTo>
                    <a:pt x="1275080" y="623570"/>
                    <a:pt x="1275080" y="695960"/>
                    <a:pt x="1264920" y="762000"/>
                  </a:cubicBezTo>
                  <a:cubicBezTo>
                    <a:pt x="1253490" y="829310"/>
                    <a:pt x="1230630" y="897890"/>
                    <a:pt x="1198880" y="957580"/>
                  </a:cubicBezTo>
                  <a:cubicBezTo>
                    <a:pt x="1168400" y="1017270"/>
                    <a:pt x="1123950" y="1074420"/>
                    <a:pt x="1075690" y="1121410"/>
                  </a:cubicBezTo>
                  <a:cubicBezTo>
                    <a:pt x="1026160" y="1168400"/>
                    <a:pt x="967740" y="1209040"/>
                    <a:pt x="905510" y="1236980"/>
                  </a:cubicBezTo>
                  <a:cubicBezTo>
                    <a:pt x="844550" y="1266190"/>
                    <a:pt x="774700" y="1285240"/>
                    <a:pt x="708660" y="1292860"/>
                  </a:cubicBezTo>
                  <a:cubicBezTo>
                    <a:pt x="641350" y="1300480"/>
                    <a:pt x="568960" y="1296670"/>
                    <a:pt x="502920" y="1282700"/>
                  </a:cubicBezTo>
                  <a:cubicBezTo>
                    <a:pt x="436880" y="1267460"/>
                    <a:pt x="369570" y="1242060"/>
                    <a:pt x="312420" y="1206500"/>
                  </a:cubicBezTo>
                  <a:cubicBezTo>
                    <a:pt x="254000" y="1172210"/>
                    <a:pt x="198120" y="1125220"/>
                    <a:pt x="154940" y="1074420"/>
                  </a:cubicBezTo>
                  <a:cubicBezTo>
                    <a:pt x="110490" y="1023620"/>
                    <a:pt x="73660" y="961390"/>
                    <a:pt x="48260" y="899160"/>
                  </a:cubicBezTo>
                  <a:cubicBezTo>
                    <a:pt x="22860" y="835660"/>
                    <a:pt x="7620" y="765810"/>
                    <a:pt x="3810" y="698500"/>
                  </a:cubicBezTo>
                  <a:cubicBezTo>
                    <a:pt x="0" y="631190"/>
                    <a:pt x="7620" y="558800"/>
                    <a:pt x="25400" y="494030"/>
                  </a:cubicBezTo>
                  <a:cubicBezTo>
                    <a:pt x="43180" y="429260"/>
                    <a:pt x="73660" y="363220"/>
                    <a:pt x="110490" y="307340"/>
                  </a:cubicBezTo>
                  <a:cubicBezTo>
                    <a:pt x="148590" y="251460"/>
                    <a:pt x="198120" y="198120"/>
                    <a:pt x="251460" y="157480"/>
                  </a:cubicBezTo>
                  <a:cubicBezTo>
                    <a:pt x="304800" y="116840"/>
                    <a:pt x="368300" y="82550"/>
                    <a:pt x="433070" y="60960"/>
                  </a:cubicBezTo>
                  <a:cubicBezTo>
                    <a:pt x="496570" y="39370"/>
                    <a:pt x="560070" y="35560"/>
                    <a:pt x="635000" y="26670"/>
                  </a:cubicBezTo>
                  <a:cubicBezTo>
                    <a:pt x="731520" y="15240"/>
                    <a:pt x="835660" y="7620"/>
                    <a:pt x="963930" y="5080"/>
                  </a:cubicBezTo>
                  <a:cubicBezTo>
                    <a:pt x="1148080" y="2540"/>
                    <a:pt x="1369060" y="22860"/>
                    <a:pt x="1631950" y="26670"/>
                  </a:cubicBezTo>
                  <a:cubicBezTo>
                    <a:pt x="2007870" y="33020"/>
                    <a:pt x="2631440" y="20320"/>
                    <a:pt x="3008630" y="26670"/>
                  </a:cubicBezTo>
                  <a:cubicBezTo>
                    <a:pt x="3271520" y="30480"/>
                    <a:pt x="3393440" y="45720"/>
                    <a:pt x="3677920" y="48260"/>
                  </a:cubicBezTo>
                  <a:cubicBezTo>
                    <a:pt x="4178300" y="53340"/>
                    <a:pt x="5135880" y="0"/>
                    <a:pt x="5744210" y="26670"/>
                  </a:cubicBezTo>
                  <a:cubicBezTo>
                    <a:pt x="6229350" y="49530"/>
                    <a:pt x="6684010" y="132080"/>
                    <a:pt x="7048499" y="158750"/>
                  </a:cubicBezTo>
                  <a:cubicBezTo>
                    <a:pt x="7311390" y="177800"/>
                    <a:pt x="7501890" y="208280"/>
                    <a:pt x="7727949" y="190500"/>
                  </a:cubicBezTo>
                  <a:cubicBezTo>
                    <a:pt x="7959090" y="172720"/>
                    <a:pt x="8235949" y="77470"/>
                    <a:pt x="8422640" y="46990"/>
                  </a:cubicBezTo>
                  <a:cubicBezTo>
                    <a:pt x="8545830" y="26670"/>
                    <a:pt x="8646160" y="15240"/>
                    <a:pt x="8731249" y="10160"/>
                  </a:cubicBezTo>
                  <a:cubicBezTo>
                    <a:pt x="8790940" y="6350"/>
                    <a:pt x="8834120" y="3810"/>
                    <a:pt x="8884920" y="10160"/>
                  </a:cubicBezTo>
                  <a:cubicBezTo>
                    <a:pt x="8934449" y="16510"/>
                    <a:pt x="8985249" y="29210"/>
                    <a:pt x="9033510" y="46990"/>
                  </a:cubicBezTo>
                  <a:cubicBezTo>
                    <a:pt x="9080499" y="64770"/>
                    <a:pt x="9126220" y="88900"/>
                    <a:pt x="9168130" y="118110"/>
                  </a:cubicBezTo>
                  <a:cubicBezTo>
                    <a:pt x="9210040" y="147320"/>
                    <a:pt x="9249410" y="181610"/>
                    <a:pt x="9282430" y="219710"/>
                  </a:cubicBezTo>
                  <a:cubicBezTo>
                    <a:pt x="9316720" y="257810"/>
                    <a:pt x="9345930" y="300990"/>
                    <a:pt x="9370060" y="345440"/>
                  </a:cubicBezTo>
                  <a:cubicBezTo>
                    <a:pt x="9392920" y="391160"/>
                    <a:pt x="9411970" y="439420"/>
                    <a:pt x="9423399" y="488950"/>
                  </a:cubicBezTo>
                  <a:cubicBezTo>
                    <a:pt x="9436099" y="538480"/>
                    <a:pt x="9442449" y="590550"/>
                    <a:pt x="9442449" y="641350"/>
                  </a:cubicBezTo>
                  <a:cubicBezTo>
                    <a:pt x="9442449" y="692150"/>
                    <a:pt x="9434830" y="744220"/>
                    <a:pt x="9423399" y="793750"/>
                  </a:cubicBezTo>
                  <a:cubicBezTo>
                    <a:pt x="9410699" y="842010"/>
                    <a:pt x="9392920" y="891540"/>
                    <a:pt x="9368790" y="935990"/>
                  </a:cubicBezTo>
                  <a:cubicBezTo>
                    <a:pt x="9344660" y="980440"/>
                    <a:pt x="9315449" y="1023620"/>
                    <a:pt x="9281160" y="1061720"/>
                  </a:cubicBezTo>
                  <a:cubicBezTo>
                    <a:pt x="9248140" y="1099820"/>
                    <a:pt x="9208770" y="1134110"/>
                    <a:pt x="9166860" y="1163320"/>
                  </a:cubicBezTo>
                  <a:cubicBezTo>
                    <a:pt x="9124949" y="1192530"/>
                    <a:pt x="9079230" y="1216660"/>
                    <a:pt x="9030970" y="1234440"/>
                  </a:cubicBezTo>
                  <a:cubicBezTo>
                    <a:pt x="8983980" y="1252220"/>
                    <a:pt x="8882380" y="1271270"/>
                    <a:pt x="8882380" y="12712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811989"/>
            <a:ext cx="15684487" cy="175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Since last year we increased our sales by </a:t>
            </a:r>
            <a:r>
              <a:rPr lang="en-US" sz="5300" spc="-265" b="true">
                <a:solidFill>
                  <a:srgbClr val="1170AA"/>
                </a:solidFill>
                <a:latin typeface="Arial Bold"/>
                <a:ea typeface="Arial Bold"/>
                <a:cs typeface="Arial Bold"/>
                <a:sym typeface="Arial Bold"/>
              </a:rPr>
              <a:t>33%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How to keep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99215"/>
            <a:ext cx="16437222" cy="6369424"/>
          </a:xfrm>
          <a:custGeom>
            <a:avLst/>
            <a:gdLst/>
            <a:ahLst/>
            <a:cxnLst/>
            <a:rect r="r" b="b" t="t" l="l"/>
            <a:pathLst>
              <a:path h="6369424" w="16437222">
                <a:moveTo>
                  <a:pt x="0" y="0"/>
                </a:moveTo>
                <a:lnTo>
                  <a:pt x="16437222" y="0"/>
                </a:lnTo>
                <a:lnTo>
                  <a:pt x="16437222" y="6369423"/>
                </a:lnTo>
                <a:lnTo>
                  <a:pt x="0" y="6369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What is the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09235" y="2895600"/>
            <a:ext cx="1020127" cy="1020127"/>
            <a:chOff x="0" y="0"/>
            <a:chExt cx="136017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33020"/>
              <a:ext cx="124714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47140">
                  <a:moveTo>
                    <a:pt x="1245870" y="453390"/>
                  </a:moveTo>
                  <a:cubicBezTo>
                    <a:pt x="1247140" y="853440"/>
                    <a:pt x="1200150" y="956310"/>
                    <a:pt x="1139190" y="1033780"/>
                  </a:cubicBezTo>
                  <a:cubicBezTo>
                    <a:pt x="1079500" y="1111250"/>
                    <a:pt x="990600" y="1181100"/>
                    <a:pt x="900430" y="1221740"/>
                  </a:cubicBezTo>
                  <a:cubicBezTo>
                    <a:pt x="810260" y="1262380"/>
                    <a:pt x="699770" y="1282700"/>
                    <a:pt x="601980" y="1276350"/>
                  </a:cubicBezTo>
                  <a:cubicBezTo>
                    <a:pt x="502920" y="1270000"/>
                    <a:pt x="394970" y="1236980"/>
                    <a:pt x="311150" y="1186180"/>
                  </a:cubicBezTo>
                  <a:cubicBezTo>
                    <a:pt x="227330" y="1135380"/>
                    <a:pt x="147320" y="1055370"/>
                    <a:pt x="96520" y="970280"/>
                  </a:cubicBezTo>
                  <a:cubicBezTo>
                    <a:pt x="45720" y="886460"/>
                    <a:pt x="11430" y="778510"/>
                    <a:pt x="6350" y="680720"/>
                  </a:cubicBezTo>
                  <a:cubicBezTo>
                    <a:pt x="0" y="582930"/>
                    <a:pt x="20320" y="471170"/>
                    <a:pt x="60960" y="382270"/>
                  </a:cubicBezTo>
                  <a:cubicBezTo>
                    <a:pt x="101600" y="292100"/>
                    <a:pt x="171450" y="203200"/>
                    <a:pt x="248920" y="142240"/>
                  </a:cubicBezTo>
                  <a:cubicBezTo>
                    <a:pt x="326390" y="81280"/>
                    <a:pt x="429260" y="35560"/>
                    <a:pt x="525780" y="17780"/>
                  </a:cubicBezTo>
                  <a:cubicBezTo>
                    <a:pt x="622300" y="0"/>
                    <a:pt x="735330" y="6350"/>
                    <a:pt x="829310" y="35560"/>
                  </a:cubicBezTo>
                  <a:cubicBezTo>
                    <a:pt x="923290" y="66040"/>
                    <a:pt x="1088390" y="193040"/>
                    <a:pt x="1088390" y="19304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57848" y="2588895"/>
            <a:ext cx="1020127" cy="1020127"/>
            <a:chOff x="0" y="0"/>
            <a:chExt cx="1360170" cy="13601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5720" y="33020"/>
              <a:ext cx="124587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45870">
                  <a:moveTo>
                    <a:pt x="1245870" y="453390"/>
                  </a:moveTo>
                  <a:cubicBezTo>
                    <a:pt x="1245870" y="853440"/>
                    <a:pt x="1200150" y="957580"/>
                    <a:pt x="1139190" y="1035050"/>
                  </a:cubicBezTo>
                  <a:cubicBezTo>
                    <a:pt x="1078230" y="1112520"/>
                    <a:pt x="989330" y="1181100"/>
                    <a:pt x="900430" y="1221740"/>
                  </a:cubicBezTo>
                  <a:cubicBezTo>
                    <a:pt x="810260" y="1262380"/>
                    <a:pt x="698500" y="1282700"/>
                    <a:pt x="600710" y="1276350"/>
                  </a:cubicBezTo>
                  <a:cubicBezTo>
                    <a:pt x="502920" y="1271270"/>
                    <a:pt x="394970" y="1236980"/>
                    <a:pt x="311150" y="1186180"/>
                  </a:cubicBezTo>
                  <a:cubicBezTo>
                    <a:pt x="226060" y="1135380"/>
                    <a:pt x="146050" y="1055370"/>
                    <a:pt x="95250" y="971550"/>
                  </a:cubicBezTo>
                  <a:cubicBezTo>
                    <a:pt x="44450" y="886460"/>
                    <a:pt x="11430" y="779780"/>
                    <a:pt x="5080" y="680720"/>
                  </a:cubicBezTo>
                  <a:cubicBezTo>
                    <a:pt x="0" y="582930"/>
                    <a:pt x="20320" y="472440"/>
                    <a:pt x="59690" y="382270"/>
                  </a:cubicBezTo>
                  <a:cubicBezTo>
                    <a:pt x="100330" y="292100"/>
                    <a:pt x="170180" y="203200"/>
                    <a:pt x="247650" y="143510"/>
                  </a:cubicBezTo>
                  <a:cubicBezTo>
                    <a:pt x="325120" y="82550"/>
                    <a:pt x="427990" y="35560"/>
                    <a:pt x="524510" y="17780"/>
                  </a:cubicBezTo>
                  <a:cubicBezTo>
                    <a:pt x="621030" y="0"/>
                    <a:pt x="734060" y="7620"/>
                    <a:pt x="828040" y="36830"/>
                  </a:cubicBezTo>
                  <a:cubicBezTo>
                    <a:pt x="922020" y="66040"/>
                    <a:pt x="1088390" y="194310"/>
                    <a:pt x="1088390" y="1943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52961"/>
            <a:ext cx="15705294" cy="5847447"/>
          </a:xfrm>
          <a:custGeom>
            <a:avLst/>
            <a:gdLst/>
            <a:ahLst/>
            <a:cxnLst/>
            <a:rect r="r" b="b" t="t" l="l"/>
            <a:pathLst>
              <a:path h="5847447" w="15705294">
                <a:moveTo>
                  <a:pt x="0" y="0"/>
                </a:moveTo>
                <a:lnTo>
                  <a:pt x="15705294" y="0"/>
                </a:lnTo>
                <a:lnTo>
                  <a:pt x="15705294" y="5847447"/>
                </a:lnTo>
                <a:lnTo>
                  <a:pt x="0" y="5847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5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Focus on </a:t>
            </a:r>
            <a:r>
              <a:rPr lang="en-US" sz="5300" spc="-265">
                <a:solidFill>
                  <a:srgbClr val="FC8418"/>
                </a:solidFill>
                <a:latin typeface="Arial"/>
                <a:ea typeface="Arial"/>
                <a:cs typeface="Arial"/>
                <a:sym typeface="Arial"/>
              </a:rPr>
              <a:t>online 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offline 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sales?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03812"/>
            <a:ext cx="10657315" cy="7033828"/>
          </a:xfrm>
          <a:custGeom>
            <a:avLst/>
            <a:gdLst/>
            <a:ahLst/>
            <a:cxnLst/>
            <a:rect r="r" b="b" t="t" l="l"/>
            <a:pathLst>
              <a:path h="7033828" w="10657315">
                <a:moveTo>
                  <a:pt x="0" y="0"/>
                </a:moveTo>
                <a:lnTo>
                  <a:pt x="10657315" y="0"/>
                </a:lnTo>
                <a:lnTo>
                  <a:pt x="10657315" y="7033827"/>
                </a:lnTo>
                <a:lnTo>
                  <a:pt x="0" y="7033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Social media advertising and short videos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4699"/>
            <a:ext cx="10154970" cy="7487091"/>
          </a:xfrm>
          <a:custGeom>
            <a:avLst/>
            <a:gdLst/>
            <a:ahLst/>
            <a:cxnLst/>
            <a:rect r="r" b="b" t="t" l="l"/>
            <a:pathLst>
              <a:path h="7487091" w="10154970">
                <a:moveTo>
                  <a:pt x="0" y="0"/>
                </a:moveTo>
                <a:lnTo>
                  <a:pt x="10154970" y="0"/>
                </a:lnTo>
                <a:lnTo>
                  <a:pt x="10154970" y="7487091"/>
                </a:lnTo>
                <a:lnTo>
                  <a:pt x="0" y="748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0" r="-19728" b="-8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71694" y="2808278"/>
            <a:ext cx="6484350" cy="6339933"/>
          </a:xfrm>
          <a:custGeom>
            <a:avLst/>
            <a:gdLst/>
            <a:ahLst/>
            <a:cxnLst/>
            <a:rect r="r" b="b" t="t" l="l"/>
            <a:pathLst>
              <a:path h="6339933" w="6484350">
                <a:moveTo>
                  <a:pt x="0" y="0"/>
                </a:moveTo>
                <a:lnTo>
                  <a:pt x="6484349" y="0"/>
                </a:lnTo>
                <a:lnTo>
                  <a:pt x="6484349" y="6339934"/>
                </a:lnTo>
                <a:lnTo>
                  <a:pt x="0" y="6339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5" r="0" b="-104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Which country is more profitable?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420" y="2078889"/>
            <a:ext cx="6606746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Future plans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8420" y="3113727"/>
            <a:ext cx="8913345" cy="371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Social media + short videos</a:t>
            </a:r>
          </a:p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USA Market</a:t>
            </a:r>
          </a:p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Online Sales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0627" y="4594213"/>
            <a:ext cx="6606746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DAGtbmx_lsk</dc:identifier>
  <dcterms:modified xsi:type="dcterms:W3CDTF">2011-08-01T06:04:30Z</dcterms:modified>
  <cp:revision>1</cp:revision>
  <dc:title>How to imrove our sales?</dc:title>
</cp:coreProperties>
</file>